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4" r:id="rId8"/>
    <p:sldId id="262" r:id="rId9"/>
    <p:sldId id="263" r:id="rId10"/>
    <p:sldId id="265" r:id="rId11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32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3AD9E-DC86-443C-AB8B-A83725650E84}" type="datetimeFigureOut">
              <a:rPr lang="de-DE" smtClean="0"/>
              <a:t>03.07.2026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A842-AD28-4593-A6F6-3088AEB575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9403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3AD9E-DC86-443C-AB8B-A83725650E84}" type="datetimeFigureOut">
              <a:rPr lang="de-DE" smtClean="0"/>
              <a:t>03.07.2026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A842-AD28-4593-A6F6-3088AEB575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456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3AD9E-DC86-443C-AB8B-A83725650E84}" type="datetimeFigureOut">
              <a:rPr lang="de-DE" smtClean="0"/>
              <a:t>03.07.2026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A842-AD28-4593-A6F6-3088AEB575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7282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3AD9E-DC86-443C-AB8B-A83725650E84}" type="datetimeFigureOut">
              <a:rPr lang="de-DE" smtClean="0"/>
              <a:t>03.07.2026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A842-AD28-4593-A6F6-3088AEB575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432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3AD9E-DC86-443C-AB8B-A83725650E84}" type="datetimeFigureOut">
              <a:rPr lang="de-DE" smtClean="0"/>
              <a:t>03.07.2026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A842-AD28-4593-A6F6-3088AEB575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1509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3AD9E-DC86-443C-AB8B-A83725650E84}" type="datetimeFigureOut">
              <a:rPr lang="de-DE" smtClean="0"/>
              <a:t>03.07.2026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A842-AD28-4593-A6F6-3088AEB575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9388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3AD9E-DC86-443C-AB8B-A83725650E84}" type="datetimeFigureOut">
              <a:rPr lang="de-DE" smtClean="0"/>
              <a:t>03.07.2026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A842-AD28-4593-A6F6-3088AEB575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5572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3AD9E-DC86-443C-AB8B-A83725650E84}" type="datetimeFigureOut">
              <a:rPr lang="de-DE" smtClean="0"/>
              <a:t>03.07.2026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A842-AD28-4593-A6F6-3088AEB575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4773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3AD9E-DC86-443C-AB8B-A83725650E84}" type="datetimeFigureOut">
              <a:rPr lang="de-DE" smtClean="0"/>
              <a:t>03.07.2026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A842-AD28-4593-A6F6-3088AEB575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4730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3AD9E-DC86-443C-AB8B-A83725650E84}" type="datetimeFigureOut">
              <a:rPr lang="de-DE" smtClean="0"/>
              <a:t>03.07.2026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A842-AD28-4593-A6F6-3088AEB575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5282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3AD9E-DC86-443C-AB8B-A83725650E84}" type="datetimeFigureOut">
              <a:rPr lang="de-DE" smtClean="0"/>
              <a:t>03.07.2026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A842-AD28-4593-A6F6-3088AEB575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3145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53AD9E-DC86-443C-AB8B-A83725650E84}" type="datetimeFigureOut">
              <a:rPr lang="de-DE" smtClean="0"/>
              <a:t>03.07.2026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DEA842-AD28-4593-A6F6-3088AEB575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9749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4.png"/><Relationship Id="rId7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4.png"/><Relationship Id="rId7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4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16.png"/><Relationship Id="rId10" Type="http://schemas.openxmlformats.org/officeDocument/2006/relationships/image" Target="../media/image9.png"/><Relationship Id="rId4" Type="http://schemas.openxmlformats.org/officeDocument/2006/relationships/image" Target="../media/image15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4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16.png"/><Relationship Id="rId10" Type="http://schemas.openxmlformats.org/officeDocument/2006/relationships/image" Target="../media/image9.png"/><Relationship Id="rId4" Type="http://schemas.openxmlformats.org/officeDocument/2006/relationships/image" Target="../media/image15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4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16.png"/><Relationship Id="rId10" Type="http://schemas.openxmlformats.org/officeDocument/2006/relationships/image" Target="../media/image9.png"/><Relationship Id="rId4" Type="http://schemas.openxmlformats.org/officeDocument/2006/relationships/image" Target="../media/image15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6A4C6A84-CB42-137E-9B25-BB4B69930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699" y="364762"/>
            <a:ext cx="5014760" cy="1800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A0ABA29-BB4D-DFA0-6C1B-ACD2E98C4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699" y="2398245"/>
            <a:ext cx="5014761" cy="1800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CDC2AC11-34D2-E6BA-4DCE-BAAF4499F0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5698" y="4431728"/>
            <a:ext cx="5014761" cy="1800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501D2130-A334-7FBA-325A-A37EC8A76B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5698" y="6443782"/>
            <a:ext cx="5014761" cy="180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6DB91DA3-2E4C-3AB2-36B3-9D83BD2903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52" y="6443782"/>
            <a:ext cx="1092169" cy="360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2FE040-9223-BA24-3E1F-0BE7B268DD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08" y="2277245"/>
            <a:ext cx="1076000" cy="36000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A15E9A8B-C2B9-35EA-2F0E-BE3ABF4E91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53" y="381529"/>
            <a:ext cx="1091155" cy="36000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4B0ED064-FDC8-A345-FCBC-7CD9A0267D9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08" y="4431728"/>
            <a:ext cx="1077000" cy="36000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E7FBEF58-5A62-8705-609E-F493129C03E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94" y="6847273"/>
            <a:ext cx="1251515" cy="1260000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8BAA9B74-0862-EF29-F6C9-E8E05E9B003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64" y="2736183"/>
            <a:ext cx="1255757" cy="126000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0D6C2BF5-1CC8-72FB-A032-3FC4B5DE7D8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64" y="800993"/>
            <a:ext cx="1264330" cy="126000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68B5DC1E-4261-0809-17B2-5AC6A51EF1C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64" y="4791728"/>
            <a:ext cx="1255744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944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1440F-F5FA-4824-CA7D-1B3D9008E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506B3528-32B6-D873-2428-E296022CD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799" y="364762"/>
            <a:ext cx="5014760" cy="1800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79681355-6311-0621-DAE9-29BECF0D4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799" y="2271245"/>
            <a:ext cx="5014761" cy="1800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3495993-616F-4DED-FB7D-A39A9E6F1D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3498" y="4228528"/>
            <a:ext cx="5014761" cy="1800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52FCE125-C2B7-4486-4DC2-68688DE535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3498" y="6215182"/>
            <a:ext cx="5014761" cy="180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04F70130-105B-BC36-349C-2A080C80B1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9816" y="7248673"/>
            <a:ext cx="1638254" cy="540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F52CF98E-4B86-A2FD-4433-55EC9C5C56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116" y="3264583"/>
            <a:ext cx="1614000" cy="54000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B198EAFC-5E53-362E-5309-E964F90717C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4416" y="1305602"/>
            <a:ext cx="1647643" cy="54360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4EEEB99F-B429-3F15-C55E-313152B0730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9816" y="5218528"/>
            <a:ext cx="1615500" cy="54000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4199FE4A-643D-0940-53E9-16AAB4DCA6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23" y="6265697"/>
            <a:ext cx="1512720" cy="1522976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9887B337-F0DF-99A3-B4A5-2FD653E5258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44" y="2299983"/>
            <a:ext cx="1524848" cy="153000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7894433F-AAA2-1E31-3D3E-8A018E078C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44" y="408838"/>
            <a:ext cx="1537064" cy="153180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0183B374-5E86-BFE8-EF9D-1474E3444CF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23" y="4262685"/>
            <a:ext cx="1517832" cy="152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470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6A33E-95B0-1C38-8BD7-9432636FA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A393CD22-D6A1-32BB-1F5D-DBD4ED673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799" y="364762"/>
            <a:ext cx="5014760" cy="1800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1FFF90C0-52D8-A309-EA8A-2CC5C8A0B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799" y="2271245"/>
            <a:ext cx="5014761" cy="1800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8427C3F-00CC-1E6C-6F06-C85D5412F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3498" y="4228528"/>
            <a:ext cx="5014761" cy="1800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FDE4F14F-624B-77F9-2074-DC965DFF3A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3498" y="6215182"/>
            <a:ext cx="5014761" cy="180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BC3FD736-E04E-3F53-5EE8-AFBA52ABFC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5" y="6856787"/>
            <a:ext cx="1638254" cy="540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A9D23D82-28EC-393E-6B25-BE6FF44CBE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5" y="2872697"/>
            <a:ext cx="1614000" cy="54000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48B979E3-C076-41E2-76E3-3C4A4C8A69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5" y="913716"/>
            <a:ext cx="1647643" cy="54360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80B6C134-C37A-CE12-BC03-6B1FC93A14B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5" y="4826642"/>
            <a:ext cx="16155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129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57916-EAB7-F43F-ECFE-982EFFD7E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BB107535-769E-2294-6415-6CEF1F2DE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799" y="364762"/>
            <a:ext cx="5014760" cy="1800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EB68A44-71F1-94CD-83E1-11E0233AF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799" y="2617770"/>
            <a:ext cx="5014761" cy="1800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1CD40CB9-834D-1C35-488C-B00A65E32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3498" y="4643997"/>
            <a:ext cx="5014761" cy="1800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34090863-6EF8-9786-7E59-52A0D5FEEB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6198" y="6757651"/>
            <a:ext cx="5014761" cy="180000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3A02E593-FD7E-20B7-93D8-311E440F36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76" y="6972450"/>
            <a:ext cx="1512720" cy="1522976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69072853-9C08-0EB2-8930-73D5DBB14E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44" y="2733593"/>
            <a:ext cx="1524848" cy="153000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B3738CE6-3856-A775-5023-2B301C8DE3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8" y="498862"/>
            <a:ext cx="1537064" cy="153180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13A70C00-6C1A-7D9C-2E33-AEA22BE6E0E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23" y="4856343"/>
            <a:ext cx="1517832" cy="1522976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2AC17FB1-FE54-D841-D5CA-19DDFF897B77}"/>
              </a:ext>
            </a:extLst>
          </p:cNvPr>
          <p:cNvSpPr txBox="1"/>
          <p:nvPr/>
        </p:nvSpPr>
        <p:spPr>
          <a:xfrm>
            <a:off x="89782" y="147009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D3B0494-0566-02AC-E143-6680C1B3BD3D}"/>
              </a:ext>
            </a:extLst>
          </p:cNvPr>
          <p:cNvSpPr txBox="1"/>
          <p:nvPr/>
        </p:nvSpPr>
        <p:spPr>
          <a:xfrm>
            <a:off x="112676" y="2403833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974CCDD-5158-4D46-CAA7-26600BE19AEF}"/>
              </a:ext>
            </a:extLst>
          </p:cNvPr>
          <p:cNvSpPr txBox="1"/>
          <p:nvPr/>
        </p:nvSpPr>
        <p:spPr>
          <a:xfrm>
            <a:off x="159541" y="4591411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7EAE513-1FD0-A782-1485-AB4174B2A722}"/>
              </a:ext>
            </a:extLst>
          </p:cNvPr>
          <p:cNvSpPr txBox="1"/>
          <p:nvPr/>
        </p:nvSpPr>
        <p:spPr>
          <a:xfrm>
            <a:off x="136054" y="6664673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AE15C5C-D9F3-0178-E6AC-A95FFD86891D}"/>
              </a:ext>
            </a:extLst>
          </p:cNvPr>
          <p:cNvSpPr txBox="1"/>
          <p:nvPr/>
        </p:nvSpPr>
        <p:spPr>
          <a:xfrm>
            <a:off x="242182" y="299409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</p:spTree>
    <p:extLst>
      <p:ext uri="{BB962C8B-B14F-4D97-AF65-F5344CB8AC3E}">
        <p14:creationId xmlns:p14="http://schemas.microsoft.com/office/powerpoint/2010/main" val="1382808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BB7B29B-A308-1745-15C3-7ED14CD17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571" y="1431435"/>
            <a:ext cx="2571429" cy="2160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680DF68-C962-556D-3F10-894541020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899" y="1389414"/>
            <a:ext cx="2571429" cy="2160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03EEDC5-B3FC-022B-98D0-74B153952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698" y="4622490"/>
            <a:ext cx="2571429" cy="2160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B1B7B30-112B-D89E-8FF0-A215AA7561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4899" y="4575189"/>
            <a:ext cx="2571429" cy="2160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0149FD4-B209-9C51-4138-A039BD9A80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3612" y="4000594"/>
            <a:ext cx="1638254" cy="540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A378BFD4-92B0-55FE-1F10-10DCECAF6E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3614" y="780142"/>
            <a:ext cx="1614000" cy="54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829B24F9-A45E-F8D9-BDDD-F8F60C66D9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463" y="822163"/>
            <a:ext cx="1647643" cy="5436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C50EBB51-DA87-5CE5-0A21-07C984EBFA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735" y="4035189"/>
            <a:ext cx="1615500" cy="540000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DAB9B490-4450-40F4-A8C5-2CEE89BFD21B}"/>
              </a:ext>
            </a:extLst>
          </p:cNvPr>
          <p:cNvSpPr txBox="1"/>
          <p:nvPr/>
        </p:nvSpPr>
        <p:spPr>
          <a:xfrm>
            <a:off x="1387379" y="448714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C4A8E4A8-A4A5-F056-4C75-4159D93531AF}"/>
              </a:ext>
            </a:extLst>
          </p:cNvPr>
          <p:cNvSpPr txBox="1"/>
          <p:nvPr/>
        </p:nvSpPr>
        <p:spPr>
          <a:xfrm>
            <a:off x="4158634" y="448714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4AE5848-4D7B-0706-8460-BFBDCE1E52C2}"/>
              </a:ext>
            </a:extLst>
          </p:cNvPr>
          <p:cNvSpPr txBox="1"/>
          <p:nvPr/>
        </p:nvSpPr>
        <p:spPr>
          <a:xfrm>
            <a:off x="1435276" y="3716426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CE09EC37-B308-D8F1-17C4-56907CA78CE5}"/>
              </a:ext>
            </a:extLst>
          </p:cNvPr>
          <p:cNvSpPr txBox="1"/>
          <p:nvPr/>
        </p:nvSpPr>
        <p:spPr>
          <a:xfrm>
            <a:off x="4158634" y="3675519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</p:spTree>
    <p:extLst>
      <p:ext uri="{BB962C8B-B14F-4D97-AF65-F5344CB8AC3E}">
        <p14:creationId xmlns:p14="http://schemas.microsoft.com/office/powerpoint/2010/main" val="432860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EF3F3-E313-AE23-152E-ECFBC301A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F65858DA-C016-A3DD-1A4D-07C99D54F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571" y="1431435"/>
            <a:ext cx="2571429" cy="2160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D3CD40C-E258-C5BD-1119-4416B71C6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899" y="1389414"/>
            <a:ext cx="2571429" cy="2160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7296CE3-698E-02A8-4938-1ED052F06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698" y="4622490"/>
            <a:ext cx="2571429" cy="2160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93F155E-89D1-F3F8-CD35-981DFE8264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4899" y="4575189"/>
            <a:ext cx="2571429" cy="2160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2E14FE1-9992-B546-BD44-FA4863AECD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3612" y="4000594"/>
            <a:ext cx="1638254" cy="540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881433CE-D42B-4E7F-D26B-50E2CD3B7A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3614" y="780142"/>
            <a:ext cx="1614000" cy="54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6A555BC9-AA79-B0CF-D4B4-13179FE318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590" y="780142"/>
            <a:ext cx="1647643" cy="5436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2DCF1056-09AE-9886-E8EA-CE3720EFF58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735" y="4035189"/>
            <a:ext cx="1615500" cy="540000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10860CB7-1574-59A0-ABDB-D4F1E1FF1591}"/>
              </a:ext>
            </a:extLst>
          </p:cNvPr>
          <p:cNvSpPr txBox="1"/>
          <p:nvPr/>
        </p:nvSpPr>
        <p:spPr>
          <a:xfrm>
            <a:off x="1387379" y="448714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C2A6CFE3-D641-CE24-FCF7-896EE1EB59FE}"/>
              </a:ext>
            </a:extLst>
          </p:cNvPr>
          <p:cNvSpPr txBox="1"/>
          <p:nvPr/>
        </p:nvSpPr>
        <p:spPr>
          <a:xfrm>
            <a:off x="4158634" y="448714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6CD8097F-9B47-481F-926B-16E5EE9CEDD0}"/>
              </a:ext>
            </a:extLst>
          </p:cNvPr>
          <p:cNvSpPr txBox="1"/>
          <p:nvPr/>
        </p:nvSpPr>
        <p:spPr>
          <a:xfrm>
            <a:off x="1435276" y="3716426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59815541-ECD8-68A7-0B8C-5404D6D753EB}"/>
              </a:ext>
            </a:extLst>
          </p:cNvPr>
          <p:cNvSpPr txBox="1"/>
          <p:nvPr/>
        </p:nvSpPr>
        <p:spPr>
          <a:xfrm>
            <a:off x="4158634" y="3675519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</p:spTree>
    <p:extLst>
      <p:ext uri="{BB962C8B-B14F-4D97-AF65-F5344CB8AC3E}">
        <p14:creationId xmlns:p14="http://schemas.microsoft.com/office/powerpoint/2010/main" val="565161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909DEFEE-C558-5861-4CE6-E3929FA3BC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014"/>
          <a:stretch>
            <a:fillRect/>
          </a:stretch>
        </p:blipFill>
        <p:spPr>
          <a:xfrm>
            <a:off x="436464" y="5463868"/>
            <a:ext cx="6255038" cy="178172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295A1DEE-4B12-BB32-176D-D1908F295A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6" t="-18992" r="-2436" b="79472"/>
          <a:stretch>
            <a:fillRect/>
          </a:stretch>
        </p:blipFill>
        <p:spPr>
          <a:xfrm>
            <a:off x="494104" y="3965268"/>
            <a:ext cx="6255038" cy="14986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D327E20-508A-2D11-3B48-3DDFF41ACD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448" y="1444635"/>
            <a:ext cx="1092169" cy="360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B28731A6-9480-4B75-266C-7CFCCBCE8B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832" y="1430104"/>
            <a:ext cx="1076000" cy="36000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1A467418-7144-D336-23DD-B0C8A7BCCD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111" y="1444635"/>
            <a:ext cx="1091155" cy="36000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2380E9C6-2B12-D7A2-0199-1BB50CD965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408" y="1444635"/>
            <a:ext cx="1077000" cy="36000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01F6040C-6916-8FB8-06D7-B152CBB664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435" y="1912583"/>
            <a:ext cx="1251515" cy="1260000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F0A320EE-869F-D4B5-DE53-07C2941169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624" y="1903573"/>
            <a:ext cx="1255757" cy="126000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DE884A49-77AD-90AD-E060-6700748F98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24" y="1903573"/>
            <a:ext cx="1264330" cy="126000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98C5F3CE-AF62-3F07-CB88-6D548CB999E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036" y="1912583"/>
            <a:ext cx="1255744" cy="1260000"/>
          </a:xfrm>
          <a:prstGeom prst="rect">
            <a:avLst/>
          </a:prstGeom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F5300CC4-102C-3352-B43C-93402F37F349}"/>
              </a:ext>
            </a:extLst>
          </p:cNvPr>
          <p:cNvSpPr txBox="1"/>
          <p:nvPr/>
        </p:nvSpPr>
        <p:spPr>
          <a:xfrm>
            <a:off x="453950" y="1087389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5350A8A-8816-B32F-B727-8DD49A84EF75}"/>
              </a:ext>
            </a:extLst>
          </p:cNvPr>
          <p:cNvSpPr txBox="1"/>
          <p:nvPr/>
        </p:nvSpPr>
        <p:spPr>
          <a:xfrm>
            <a:off x="1791854" y="1072522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B3EF3DCB-2CAB-4592-BDEB-8B537ECC4752}"/>
              </a:ext>
            </a:extLst>
          </p:cNvPr>
          <p:cNvSpPr txBox="1"/>
          <p:nvPr/>
        </p:nvSpPr>
        <p:spPr>
          <a:xfrm>
            <a:off x="3276639" y="1067633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DD4A2EAC-BA0D-E899-06AD-45E55CB4F1BF}"/>
              </a:ext>
            </a:extLst>
          </p:cNvPr>
          <p:cNvSpPr txBox="1"/>
          <p:nvPr/>
        </p:nvSpPr>
        <p:spPr>
          <a:xfrm>
            <a:off x="4707678" y="1056354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7404C715-0588-8259-A1C4-8A8B5E43E522}"/>
              </a:ext>
            </a:extLst>
          </p:cNvPr>
          <p:cNvSpPr/>
          <p:nvPr/>
        </p:nvSpPr>
        <p:spPr>
          <a:xfrm>
            <a:off x="359121" y="1016441"/>
            <a:ext cx="5996434" cy="23113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26906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0E81B-E76F-2671-CF01-5E4DC37BB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DC7402E1-0CED-10E4-C1CF-FE5B6A77A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05" y="4252914"/>
            <a:ext cx="2571429" cy="2160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6D2553C-CC58-D459-A7A7-AFA6529DE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7243" y="4252914"/>
            <a:ext cx="2571429" cy="2160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46952D9-D001-41EE-D9D3-14D4FD5EEF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32" y="6725971"/>
            <a:ext cx="2571429" cy="2160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B49166C-2EAF-D13F-F000-64ABD01B00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9433" y="6725971"/>
            <a:ext cx="2571429" cy="2160000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16E73166-EDBC-8615-FE56-C9B2B1F91028}"/>
              </a:ext>
            </a:extLst>
          </p:cNvPr>
          <p:cNvSpPr txBox="1"/>
          <p:nvPr/>
        </p:nvSpPr>
        <p:spPr>
          <a:xfrm>
            <a:off x="1197967" y="3913680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BAF57CB7-3744-3B0C-61D4-2C729D0830B2}"/>
              </a:ext>
            </a:extLst>
          </p:cNvPr>
          <p:cNvSpPr txBox="1"/>
          <p:nvPr/>
        </p:nvSpPr>
        <p:spPr>
          <a:xfrm>
            <a:off x="4058891" y="3875652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4AA9B8D4-C6A6-0A81-4675-D1E74A523975}"/>
              </a:ext>
            </a:extLst>
          </p:cNvPr>
          <p:cNvSpPr txBox="1"/>
          <p:nvPr/>
        </p:nvSpPr>
        <p:spPr>
          <a:xfrm>
            <a:off x="1268860" y="6398013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3023066A-D617-B6B4-606E-508F82CBD4EE}"/>
              </a:ext>
            </a:extLst>
          </p:cNvPr>
          <p:cNvSpPr txBox="1"/>
          <p:nvPr/>
        </p:nvSpPr>
        <p:spPr>
          <a:xfrm>
            <a:off x="4058892" y="6418194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C2DB008-C07D-3449-1ACB-E6E28299C0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4379" y="979592"/>
            <a:ext cx="1092169" cy="360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A6FEC4FB-B94B-A5E0-BCE4-F71B414B83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299" y="979592"/>
            <a:ext cx="1076000" cy="360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67419CAB-7A2C-1A9C-BE44-F4EE231455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042" y="979592"/>
            <a:ext cx="1091155" cy="3600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1B58A326-1871-4F3D-C88A-4130FD30754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339" y="979592"/>
            <a:ext cx="1077000" cy="36000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7615E594-C17F-FAD6-52DC-FE4F44E0AB0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1366" y="1447540"/>
            <a:ext cx="1251515" cy="1260000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8AC5D459-FBDF-3B35-784F-350BBA99DC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555" y="1438530"/>
            <a:ext cx="1255757" cy="126000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D61A2C44-BA20-91DC-26A7-069DEA5D795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455" y="1438530"/>
            <a:ext cx="1264330" cy="126000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670E1420-4A42-7252-5EA8-C7B71A8F8C2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967" y="1447540"/>
            <a:ext cx="1255744" cy="1260000"/>
          </a:xfrm>
          <a:prstGeom prst="rect">
            <a:avLst/>
          </a:prstGeom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EC36CA8D-3DD0-E91A-1472-14BF8D518DF3}"/>
              </a:ext>
            </a:extLst>
          </p:cNvPr>
          <p:cNvSpPr txBox="1"/>
          <p:nvPr/>
        </p:nvSpPr>
        <p:spPr>
          <a:xfrm>
            <a:off x="496881" y="622346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AEC7AE6E-51B2-B823-2A77-80DB56C32535}"/>
              </a:ext>
            </a:extLst>
          </p:cNvPr>
          <p:cNvSpPr txBox="1"/>
          <p:nvPr/>
        </p:nvSpPr>
        <p:spPr>
          <a:xfrm>
            <a:off x="1834785" y="607479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9F869C78-55C5-07BF-0E88-3AEA82F8D898}"/>
              </a:ext>
            </a:extLst>
          </p:cNvPr>
          <p:cNvSpPr txBox="1"/>
          <p:nvPr/>
        </p:nvSpPr>
        <p:spPr>
          <a:xfrm>
            <a:off x="3319570" y="602590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CBC0A28C-C3A3-7BC9-C0CE-4B5D23FAD772}"/>
              </a:ext>
            </a:extLst>
          </p:cNvPr>
          <p:cNvSpPr txBox="1"/>
          <p:nvPr/>
        </p:nvSpPr>
        <p:spPr>
          <a:xfrm>
            <a:off x="4750609" y="591311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C2192603-6490-635B-5479-1C1A62C7B5DC}"/>
              </a:ext>
            </a:extLst>
          </p:cNvPr>
          <p:cNvSpPr/>
          <p:nvPr/>
        </p:nvSpPr>
        <p:spPr>
          <a:xfrm>
            <a:off x="402052" y="551398"/>
            <a:ext cx="5996434" cy="23113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B5522ECB-E620-E7B9-2C72-E9B20E08E151}"/>
              </a:ext>
            </a:extLst>
          </p:cNvPr>
          <p:cNvSpPr/>
          <p:nvPr/>
        </p:nvSpPr>
        <p:spPr>
          <a:xfrm>
            <a:off x="461216" y="3812789"/>
            <a:ext cx="5996434" cy="52441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95510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4CDE8-9C4D-9444-EF3F-C39ECAA5A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4EC9DAD-D507-332E-0290-485A8C1BD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05" y="4252914"/>
            <a:ext cx="2571429" cy="2160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D93EED5-7E86-E4BE-4826-87BB04728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7243" y="4252914"/>
            <a:ext cx="2571429" cy="2160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6C73A59-8338-0A31-A6D2-08D7AC7AB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32" y="6725971"/>
            <a:ext cx="2571429" cy="2160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1CEB13AB-DBDA-DC7C-5759-14A4921EF5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9433" y="6725971"/>
            <a:ext cx="2571429" cy="2160000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03005FAD-4F1A-A2C6-C44C-BC3E138F91C1}"/>
              </a:ext>
            </a:extLst>
          </p:cNvPr>
          <p:cNvSpPr txBox="1"/>
          <p:nvPr/>
        </p:nvSpPr>
        <p:spPr>
          <a:xfrm>
            <a:off x="1339320" y="3888830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AAABA2B-B6E4-CFDC-3CC4-9F8FCA86C900}"/>
              </a:ext>
            </a:extLst>
          </p:cNvPr>
          <p:cNvSpPr txBox="1"/>
          <p:nvPr/>
        </p:nvSpPr>
        <p:spPr>
          <a:xfrm>
            <a:off x="4058892" y="3910939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05C4355A-ED0E-A4BD-617D-D408BB2894D8}"/>
              </a:ext>
            </a:extLst>
          </p:cNvPr>
          <p:cNvSpPr txBox="1"/>
          <p:nvPr/>
        </p:nvSpPr>
        <p:spPr>
          <a:xfrm>
            <a:off x="1268860" y="6398013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71DF4750-9A94-EFD0-8611-72419B4AADD3}"/>
              </a:ext>
            </a:extLst>
          </p:cNvPr>
          <p:cNvSpPr txBox="1"/>
          <p:nvPr/>
        </p:nvSpPr>
        <p:spPr>
          <a:xfrm>
            <a:off x="4058892" y="6418194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0C912C2-E988-6B89-D6E3-7B68B91209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4379" y="979592"/>
            <a:ext cx="1092169" cy="360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DCC4A52-88BD-A8EA-655A-B4E34DEB37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299" y="979592"/>
            <a:ext cx="1076000" cy="360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F3AF063-D836-4911-E69C-51436ECC9D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042" y="979592"/>
            <a:ext cx="1091155" cy="3600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8FF792FE-14CC-8EB0-72E6-06BB8F3C5A3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339" y="979592"/>
            <a:ext cx="1077000" cy="36000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0F2E086D-1EA0-A81F-6685-26B8525611F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1366" y="1447540"/>
            <a:ext cx="1251515" cy="1260000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86DDE887-FEFC-7D02-9393-4B4EA9F9E11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555" y="1438530"/>
            <a:ext cx="1255757" cy="126000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BBDE8B19-8FC7-FA5C-0880-2F2D7787F09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455" y="1438530"/>
            <a:ext cx="1264330" cy="126000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52762D49-6E00-1047-ED5B-E539092EBF4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967" y="1447540"/>
            <a:ext cx="1255744" cy="1260000"/>
          </a:xfrm>
          <a:prstGeom prst="rect">
            <a:avLst/>
          </a:prstGeom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BBFAC358-A0F7-3E45-E08C-5276C9B8FD1A}"/>
              </a:ext>
            </a:extLst>
          </p:cNvPr>
          <p:cNvSpPr txBox="1"/>
          <p:nvPr/>
        </p:nvSpPr>
        <p:spPr>
          <a:xfrm>
            <a:off x="496881" y="622346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A931C1CE-D77F-B91E-8AD7-67DD10F74105}"/>
              </a:ext>
            </a:extLst>
          </p:cNvPr>
          <p:cNvSpPr txBox="1"/>
          <p:nvPr/>
        </p:nvSpPr>
        <p:spPr>
          <a:xfrm>
            <a:off x="1834785" y="607479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564D9B7D-31D3-620C-57F7-C54F1920404A}"/>
              </a:ext>
            </a:extLst>
          </p:cNvPr>
          <p:cNvSpPr txBox="1"/>
          <p:nvPr/>
        </p:nvSpPr>
        <p:spPr>
          <a:xfrm>
            <a:off x="3319570" y="602590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1ACAE2BD-94B7-CCD8-2C91-92F2A5C67399}"/>
              </a:ext>
            </a:extLst>
          </p:cNvPr>
          <p:cNvSpPr txBox="1"/>
          <p:nvPr/>
        </p:nvSpPr>
        <p:spPr>
          <a:xfrm>
            <a:off x="4750609" y="591311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2FD2572-D07B-F80E-22B9-F271D3C10036}"/>
              </a:ext>
            </a:extLst>
          </p:cNvPr>
          <p:cNvSpPr/>
          <p:nvPr/>
        </p:nvSpPr>
        <p:spPr>
          <a:xfrm>
            <a:off x="402052" y="551398"/>
            <a:ext cx="5996434" cy="23113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5DE8A204-E3A1-7A02-312E-C6BAFF992FE8}"/>
              </a:ext>
            </a:extLst>
          </p:cNvPr>
          <p:cNvSpPr/>
          <p:nvPr/>
        </p:nvSpPr>
        <p:spPr>
          <a:xfrm>
            <a:off x="461216" y="3812789"/>
            <a:ext cx="5996434" cy="52441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27D0410-523C-F9D2-6319-4859BA154D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939" y="8315776"/>
            <a:ext cx="1092169" cy="360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CC4DB186-B679-8F81-D20D-1F2DB2E516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1366" y="5807307"/>
            <a:ext cx="1076000" cy="360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5A056587-36E2-1E80-2A27-3ED18796359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996" y="5845462"/>
            <a:ext cx="1091155" cy="360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C4C63F0E-DF83-F2BA-29BB-77F8209562C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993" y="8315776"/>
            <a:ext cx="1077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865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D2421-3A74-0A9B-DC21-1EE0D92E3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54766FE6-A968-FAA6-44B5-5BBEF9A62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91" y="4036719"/>
            <a:ext cx="2571429" cy="2160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4DB9C2F-6957-5835-86E4-91DFDB54F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275" y="4036719"/>
            <a:ext cx="2571429" cy="2160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6BCD236-55B4-6261-5B64-2D3E718300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91" y="7285289"/>
            <a:ext cx="2571429" cy="2160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24512B3-12C9-8D64-BBB8-34F7D2A4D0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931" y="7285289"/>
            <a:ext cx="2571429" cy="2160000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B8E52312-6B7B-C70B-5C78-52F2EE27B57B}"/>
              </a:ext>
            </a:extLst>
          </p:cNvPr>
          <p:cNvSpPr txBox="1"/>
          <p:nvPr/>
        </p:nvSpPr>
        <p:spPr>
          <a:xfrm>
            <a:off x="1268860" y="3038660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88A477C-78F2-8720-7CD1-D07140307F8C}"/>
              </a:ext>
            </a:extLst>
          </p:cNvPr>
          <p:cNvSpPr txBox="1"/>
          <p:nvPr/>
        </p:nvSpPr>
        <p:spPr>
          <a:xfrm>
            <a:off x="4132032" y="3035875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8EFEEC89-8C28-C44E-A89B-C27CA5AF3244}"/>
              </a:ext>
            </a:extLst>
          </p:cNvPr>
          <p:cNvSpPr txBox="1"/>
          <p:nvPr/>
        </p:nvSpPr>
        <p:spPr>
          <a:xfrm>
            <a:off x="1344783" y="6277817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88C7AEC7-3E74-DA23-64D0-6AB78664D328}"/>
              </a:ext>
            </a:extLst>
          </p:cNvPr>
          <p:cNvSpPr txBox="1"/>
          <p:nvPr/>
        </p:nvSpPr>
        <p:spPr>
          <a:xfrm>
            <a:off x="4124063" y="6340656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77FF5BC-065D-C3EA-EF58-EB037D4106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842" y="599124"/>
            <a:ext cx="1092169" cy="360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2AA9D1C0-746F-B470-7E92-860D8356BF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762" y="599124"/>
            <a:ext cx="1076000" cy="360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EC75FB48-4EAF-6D9A-EA37-0E624A6543F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05" y="599124"/>
            <a:ext cx="1091155" cy="3600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FE2F03A4-7C64-A652-8BB4-820988532B3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2802" y="599124"/>
            <a:ext cx="1077000" cy="36000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CC04B5D8-C0D7-CA2E-7E1A-0C32B41746E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829" y="1067072"/>
            <a:ext cx="1251515" cy="1260000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57555C9F-DE3A-422C-E727-2CD966ED296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018" y="1058062"/>
            <a:ext cx="1255757" cy="126000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47775FB9-E8E2-4D19-6607-172FECB511A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918" y="1058062"/>
            <a:ext cx="1264330" cy="126000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C5FBADB8-D9E6-D26C-A2AE-6CB9A03864D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430" y="1067072"/>
            <a:ext cx="1255744" cy="1260000"/>
          </a:xfrm>
          <a:prstGeom prst="rect">
            <a:avLst/>
          </a:prstGeom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7138B838-B4D3-F4CA-EAC1-68E8DCECC73D}"/>
              </a:ext>
            </a:extLst>
          </p:cNvPr>
          <p:cNvSpPr txBox="1"/>
          <p:nvPr/>
        </p:nvSpPr>
        <p:spPr>
          <a:xfrm>
            <a:off x="502344" y="241878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196DA5D-0DA7-05A0-FC9B-C9BE63ECF7C0}"/>
              </a:ext>
            </a:extLst>
          </p:cNvPr>
          <p:cNvSpPr txBox="1"/>
          <p:nvPr/>
        </p:nvSpPr>
        <p:spPr>
          <a:xfrm>
            <a:off x="1840248" y="227011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C4F19418-BB84-6E27-BB71-6EEE76BD93E5}"/>
              </a:ext>
            </a:extLst>
          </p:cNvPr>
          <p:cNvSpPr txBox="1"/>
          <p:nvPr/>
        </p:nvSpPr>
        <p:spPr>
          <a:xfrm>
            <a:off x="3325033" y="222122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8C6B8B79-75B4-A9B7-5133-445BF927803C}"/>
              </a:ext>
            </a:extLst>
          </p:cNvPr>
          <p:cNvSpPr txBox="1"/>
          <p:nvPr/>
        </p:nvSpPr>
        <p:spPr>
          <a:xfrm>
            <a:off x="4756072" y="210843"/>
            <a:ext cx="154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Condition</a:t>
            </a:r>
            <a:r>
              <a:rPr lang="de-DE" sz="1400" b="1" dirty="0"/>
              <a:t> X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52F45378-994E-7298-728F-816D27A3FC6D}"/>
              </a:ext>
            </a:extLst>
          </p:cNvPr>
          <p:cNvSpPr/>
          <p:nvPr/>
        </p:nvSpPr>
        <p:spPr>
          <a:xfrm>
            <a:off x="407515" y="170930"/>
            <a:ext cx="5996434" cy="23113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9E5B4A38-7EFC-908E-1582-E97B20DEC8A7}"/>
              </a:ext>
            </a:extLst>
          </p:cNvPr>
          <p:cNvSpPr/>
          <p:nvPr/>
        </p:nvSpPr>
        <p:spPr>
          <a:xfrm>
            <a:off x="575918" y="2855236"/>
            <a:ext cx="5828031" cy="6808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3B6733A-098F-733F-9691-9B772B8373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714" y="6632263"/>
            <a:ext cx="1638254" cy="540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6217C843-3F65-BF54-ADA9-7BF82FC863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989" y="3415621"/>
            <a:ext cx="1614000" cy="540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BC9B811A-469A-508D-968E-2E393AA270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471" y="3388797"/>
            <a:ext cx="1636733" cy="540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4B073F93-7C3B-9B8E-F163-FAFFF2AD699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011" y="6632263"/>
            <a:ext cx="16155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251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82</Words>
  <Application>Microsoft Office PowerPoint</Application>
  <PresentationFormat>A4-Papier (210 x 297 mm)</PresentationFormat>
  <Paragraphs>41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Gregor Kachel</dc:creator>
  <cp:lastModifiedBy>Gregor Kachel</cp:lastModifiedBy>
  <cp:revision>1</cp:revision>
  <dcterms:created xsi:type="dcterms:W3CDTF">2026-07-03T07:57:07Z</dcterms:created>
  <dcterms:modified xsi:type="dcterms:W3CDTF">2026-07-03T12:19:51Z</dcterms:modified>
</cp:coreProperties>
</file>